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79F0A-08AB-F4A8-68AF-2F635A4F9EB1}" v="428" dt="2025-08-07T16:32:08.292"/>
    <p1510:client id="{BD587D8C-4B8E-C842-CAEC-51C3950AF61B}" v="179" dt="2025-08-07T16:55:08.580"/>
    <p1510:client id="{C8645A1E-3430-68EC-4A8D-D1D7A9FB42B6}" v="8" dt="2025-08-07T13:29:50.9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386326" y="954908"/>
            <a:ext cx="11052313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FFFFFF"/>
                </a:solidFill>
              </a:rPr>
              <a:t>CAPSTONE PROJECT PHASE-1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FFFFFF"/>
                </a:solidFill>
              </a:rPr>
              <a:t>Review -1</a:t>
            </a: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0642C97-8177-9C85-EE94-BDB4BB93A021}"/>
              </a:ext>
            </a:extLst>
          </p:cNvPr>
          <p:cNvSpPr txBox="1"/>
          <p:nvPr/>
        </p:nvSpPr>
        <p:spPr>
          <a:xfrm>
            <a:off x="1446835" y="2402150"/>
            <a:ext cx="9690088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Noto Serif SC Bold"/>
                <a:ea typeface="Noto Serif SC Bold" pitchFamily="34" charset="-122"/>
                <a:cs typeface="Noto Serif SC Bold" pitchFamily="34" charset="-120"/>
              </a:rPr>
              <a:t>Sustainable Precision Agriculture via Disease Localization and Optimized Treatment Pathways</a:t>
            </a:r>
            <a:endParaRPr lang="en-US" sz="2400" dirty="0">
              <a:latin typeface="Noto Serif SC Bold"/>
            </a:endParaRPr>
          </a:p>
        </p:txBody>
      </p:sp>
      <p:sp>
        <p:nvSpPr>
          <p:cNvPr id="3" name="Google Shape;58;p13">
            <a:extLst>
              <a:ext uri="{FF2B5EF4-FFF2-40B4-BE49-F238E27FC236}">
                <a16:creationId xmlns:a16="http://schemas.microsoft.com/office/drawing/2014/main" id="{DB01F3A7-1D3A-FC6F-E04C-B27E95A671DD}"/>
              </a:ext>
            </a:extLst>
          </p:cNvPr>
          <p:cNvSpPr txBox="1"/>
          <p:nvPr/>
        </p:nvSpPr>
        <p:spPr>
          <a:xfrm>
            <a:off x="1443403" y="4360479"/>
            <a:ext cx="5016289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Prepared by : J Krithika, 220111046</a:t>
            </a:r>
          </a:p>
          <a:p>
            <a:pPr algn="ctr">
              <a:lnSpc>
                <a:spcPct val="115000"/>
              </a:lnSpc>
            </a:pPr>
            <a:r>
              <a:rPr lang="en" dirty="0"/>
              <a:t>Jumana, 22011101047</a:t>
            </a:r>
            <a:endParaRPr lang="en" dirty="0">
              <a:ea typeface="Calibri"/>
              <a:cs typeface="Calibri"/>
            </a:endParaRPr>
          </a:p>
          <a:p>
            <a:pPr algn="ctr">
              <a:lnSpc>
                <a:spcPct val="115000"/>
              </a:lnSpc>
            </a:pPr>
            <a:r>
              <a:rPr lang="en" dirty="0"/>
              <a:t>4</a:t>
            </a:r>
            <a:r>
              <a:rPr lang="en" baseline="30000" dirty="0"/>
              <a:t>th</a:t>
            </a:r>
            <a:r>
              <a:rPr lang="en" dirty="0"/>
              <a:t> year, Artificial Intelligence and Data Science</a:t>
            </a:r>
            <a:endParaRPr lang="en">
              <a:ea typeface="Calibri"/>
              <a:cs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University, Chennai </a:t>
            </a:r>
            <a:endParaRPr lang="en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F35EFA-5AA6-CF35-5410-3C127B702538}"/>
              </a:ext>
            </a:extLst>
          </p:cNvPr>
          <p:cNvSpPr txBox="1"/>
          <p:nvPr/>
        </p:nvSpPr>
        <p:spPr>
          <a:xfrm>
            <a:off x="6293482" y="4572667"/>
            <a:ext cx="5531828" cy="10292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Mentored By : Dr. Veeramani Sonai</a:t>
            </a:r>
          </a:p>
          <a:p>
            <a:pPr algn="ctr">
              <a:lnSpc>
                <a:spcPct val="114999"/>
              </a:lnSpc>
            </a:pPr>
            <a:r>
              <a:rPr lang="en" dirty="0">
                <a:ea typeface="+mn-lt"/>
                <a:cs typeface="+mn-lt"/>
              </a:rPr>
              <a:t>Associate Professor, Computer Science and Engineering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University, Chennai </a:t>
            </a:r>
            <a:endParaRPr lang="e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83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58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Noto Serif SC Bold</vt:lpstr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Manisha S</dc:creator>
  <cp:lastModifiedBy>Jumana Baharul</cp:lastModifiedBy>
  <cp:revision>335</cp:revision>
  <dcterms:created xsi:type="dcterms:W3CDTF">2021-08-26T09:04:20Z</dcterms:created>
  <dcterms:modified xsi:type="dcterms:W3CDTF">2025-09-22T15:38:46Z</dcterms:modified>
</cp:coreProperties>
</file>